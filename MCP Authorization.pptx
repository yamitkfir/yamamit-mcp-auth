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DE9gG2ERFYUnMg1BJSDgKMxzT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a48df882f_3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3ea48df882f_3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48df882f_3_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ea48df882f_3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docs/getting-started/intr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3.2477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specification/2025-11-25#implementation-guidelin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delcontextprotocol.io/specification/2025-11-25/basic/authorization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docs/tools/inspecto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MCP Authorization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04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Mapping The Gap Between Protocol Theory and Reality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837432" y="4727297"/>
            <a:ext cx="451713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Amit Cohen &amp; Yamit Kfir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Authentication := the process of verifying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a user is.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Authorization := the process of verifying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specific data or apps a user has access to.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MCP := Anthropic’s Model Context Protocol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It is the current standard that allows AI models to securely connect with local or remote data sources and tools (e.g., Google Drive, Slack, GitHub, or local databases).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2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a48df882f_3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a48df882f_3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While MCP is designed by definition to leverage OAuth for resource sharing, the specification that defines the exact usage of OAuth is still being developed (though production specs exist).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OAuth is a protocol for delegated authorization that allows applications to access resources securely using short-lived tokens instead of user passwords.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algn="l" rtl="0"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Granular Control: Enforces strict permission boundaries, ensuring integrations can only access explicitly authorized data.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a48df882f_3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3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Groundwork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Academic &amp; industry literature suggest that there are clear visible gaps between the specifications and the actual implementations in the wild.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One </a:t>
            </a:r>
            <a:r>
              <a:rPr lang="en-US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paper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refers to a survey from late 2025 of nearly 2000 MCP servers in the wild.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All of them lacked authentication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Many MCP server implementations still fail to adapt to the specification and to apply fixes to known security issues.</a:t>
            </a:r>
          </a:p>
          <a:p>
            <a:pPr marL="685800" lvl="1" indent="-228600">
              <a:spcBef>
                <a:spcPts val="1000"/>
              </a:spcBef>
              <a:buSzPts val="2800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The MCP spec even has a section dedicated to well known vulnerabilities.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4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91374" y="5767175"/>
            <a:ext cx="10515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Specification - Security best practices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AIP: Agent Identity Protocol for Verifiable Delegation Across MCP and A2A</a:t>
            </a:r>
            <a:b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 Security Bench (MSB): Benchmarking Attacks Against Model Context Protocol in LLM Agents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a48df882f_3_10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Groundwork - Examples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ea48df882f_3_107"/>
          <p:cNvSpPr txBox="1">
            <a:spLocks noGrp="1"/>
          </p:cNvSpPr>
          <p:nvPr>
            <p:ph type="body" idx="1"/>
          </p:nvPr>
        </p:nvSpPr>
        <p:spPr>
          <a:xfrm>
            <a:off x="838200" y="1690700"/>
            <a:ext cx="10515600" cy="5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Token passthrough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- The server takes a shortcut and just hands the agent's original token straight to the backend database to fetch the data, instead of checking token and then use its own </a:t>
            </a:r>
            <a:r>
              <a:rPr lang="en-US" sz="2200" b="1">
                <a:latin typeface="Calibri"/>
                <a:ea typeface="Calibri"/>
                <a:cs typeface="Calibri"/>
                <a:sym typeface="Calibri"/>
              </a:rPr>
              <a:t>separate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, secure credentials.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Missing scope checks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- generally, MCP is designed to let tools freely talk to each other to be as useful as possible. This creates a lack of isolation boundaries (a design flaw where data and actions from one server can freely cross over and manipulate another without proper security barriers).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Token Replay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- a valid access token intended for 1 specific server is intercepted and reused to gain access to a completely different server. Occurs if the token doesn't explicitly name its intended destination, allowing a compromised server to take the token you gave it and "replay" it elsewhere to authorize malicious commands on your behalf.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Many more..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a48df882f_3_1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5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Possible Root Causes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official MCP spec leaves authorization as 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OPTIONAL!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MCP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specification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itself admits: 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“While MCP itself cannot enforce these security principles at the protocol level, implementors </a:t>
            </a:r>
            <a:r>
              <a:rPr lang="en-US" sz="2200" b="1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SHOULD</a:t>
            </a: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2200" i="1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41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200"/>
              <a:buChar char="•"/>
            </a:pP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Build robust consent and </a:t>
            </a:r>
            <a:r>
              <a:rPr lang="en-US" sz="2200" b="1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authorization flows </a:t>
            </a: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into their applications..</a:t>
            </a:r>
            <a:endParaRPr sz="2200" i="1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41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Follow </a:t>
            </a:r>
            <a:r>
              <a:rPr lang="en-US" sz="2200" b="1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security best practices </a:t>
            </a: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in their integrations..”</a:t>
            </a:r>
            <a:br>
              <a:rPr lang="en-US" sz="2200" i="1">
                <a:latin typeface="Calibri"/>
                <a:ea typeface="Calibri"/>
                <a:cs typeface="Calibri"/>
                <a:sym typeface="Calibri"/>
              </a:rPr>
            </a:br>
            <a:endParaRPr sz="2200" i="1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specification section on </a:t>
            </a: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authorization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then adds: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“Authorization is </a:t>
            </a:r>
            <a:r>
              <a:rPr lang="en-US" sz="2200" b="1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 for MCP implementations. When supported:</a:t>
            </a:r>
            <a:endParaRPr sz="2200" i="1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41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200"/>
              <a:buChar char="•"/>
            </a:pP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Implementations using an HTTP-based transport </a:t>
            </a:r>
            <a:r>
              <a:rPr lang="en-US" sz="2200" b="1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SHOULD</a:t>
            </a:r>
            <a:r>
              <a:rPr lang="en-US" sz="2200" i="1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rPr>
              <a:t> conform to this specification.”</a:t>
            </a:r>
            <a:endParaRPr sz="2200" i="1">
              <a:solidFill>
                <a:srgbClr val="75757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6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Possible Root Causes - Cont.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To make matters worse: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Anthropic’s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MCP SDK repo has a short quick-start tutorial showing how to quickly setup a local MCP server using “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fastMCP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Only much later in the repo are authentication and authorization mentioned, as (optional) supported features.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Most quick start guides on the web (YouTube, Google) offer the promise of setting up MCP in as little as 2-5 minutes. 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Most use “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fastMCP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” out of the box.</a:t>
            </a:r>
            <a:br>
              <a:rPr lang="en-US" dirty="0">
                <a:latin typeface="Calibri"/>
                <a:ea typeface="Calibri"/>
                <a:cs typeface="Calibri"/>
                <a:sym typeface="Calibri"/>
              </a:rPr>
            </a:b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So it’s no surprise that many MCP servers in the wild lack even basic authentication and authorization features.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7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Our Project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We have identified multiple points of interests for evaluating MCP servers in the wild, spanning multiple levels of difficulty in terms of how hard it will be to evaluate these issues.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From easily verifiable misconfigurations - “low hanging fruit” - such as checking for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Protected Resource Metadata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violations (RFC 9728).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Char char="•"/>
            </a:pP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unauthenticated request must be met with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401 Unauthorized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 containing strict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WWW-Authenticate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 header pointing to </a:t>
            </a:r>
            <a:r>
              <a:rPr lang="en-US" sz="2200" dirty="0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.well-known</a:t>
            </a:r>
            <a:r>
              <a:rPr lang="en-US" sz="2200" dirty="0">
                <a:latin typeface="Calibri"/>
                <a:ea typeface="Calibri"/>
                <a:cs typeface="Calibri"/>
                <a:sym typeface="Calibri"/>
              </a:rPr>
              <a:t> JSON metadata doc.</a:t>
            </a:r>
            <a:endParaRPr sz="22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To more difficult-to-evaluate ones, such as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Token Passthrough, Scope ignorance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 Token Replay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and more…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8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50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Define the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exact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gaps and security vulnerabilities we want to evaluate, taking into consideration plausibility &amp; impact.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Prioritize gaps in the spec that can be feasibly evaluated (manual/auto)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Preliminary local checks: Set up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local MCP servers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and use Wireshark &amp; MCP Inspector on them to test POCs and develop insights.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Pick a handful of </a:t>
            </a:r>
            <a:r>
              <a:rPr lang="en-US" b="1" dirty="0">
                <a:latin typeface="Calibri"/>
                <a:ea typeface="Calibri"/>
                <a:cs typeface="Calibri"/>
                <a:sym typeface="Calibri"/>
              </a:rPr>
              <a:t>public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MCP servers to manually analyze and evaluate, setting the groundwork for automatic evaluation.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 u="sng" dirty="0">
                <a:latin typeface="Calibri"/>
                <a:ea typeface="Calibri"/>
                <a:cs typeface="Calibri"/>
                <a:sym typeface="Calibri"/>
              </a:rPr>
              <a:t>MCP-Scanner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tool to mass-discover real MCP servers in the wild.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Lastly, Design and build an automated evaluation framework that tests MCP servers against these gaps.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Plan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9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Tools &amp; Source Code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Anthropic’s official MCP SDK repo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MCP-Scanner tool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Dongsenzhang’s MSB - Security benchmark tool for MCP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MCP Inspector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Wireshark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10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874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Play</vt:lpstr>
      <vt:lpstr>Arial</vt:lpstr>
      <vt:lpstr>Calibri</vt:lpstr>
      <vt:lpstr>Office Theme</vt:lpstr>
      <vt:lpstr>MCP Authorization </vt:lpstr>
      <vt:lpstr>Background</vt:lpstr>
      <vt:lpstr>Background</vt:lpstr>
      <vt:lpstr>Groundwork </vt:lpstr>
      <vt:lpstr>Groundwork - Examples</vt:lpstr>
      <vt:lpstr>Possible Root Causes</vt:lpstr>
      <vt:lpstr>Possible Root Causes - Cont.</vt:lpstr>
      <vt:lpstr>Our Project</vt:lpstr>
      <vt:lpstr>The Plan</vt:lpstr>
      <vt:lpstr>Tools &amp; Source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Amit Cohen</dc:creator>
  <cp:lastModifiedBy>Amit Cohen</cp:lastModifiedBy>
  <cp:revision>4</cp:revision>
  <dcterms:created xsi:type="dcterms:W3CDTF">2026-06-06T16:48:14Z</dcterms:created>
  <dcterms:modified xsi:type="dcterms:W3CDTF">2026-06-10T20:17:14Z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2026-06-08T19:10:13Z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68f8869b-ef8b-4d29-b08a-94d03b3cc901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